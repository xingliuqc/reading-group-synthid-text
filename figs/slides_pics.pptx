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02"/>
    <p:restoredTop sz="94682"/>
  </p:normalViewPr>
  <p:slideViewPr>
    <p:cSldViewPr snapToGrid="0">
      <p:cViewPr>
        <p:scale>
          <a:sx n="105" d="100"/>
          <a:sy n="105" d="100"/>
        </p:scale>
        <p:origin x="-15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C0C8-399D-B796-45D0-AD1BA43D4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3C40B0-C8F3-D2D5-DCCD-04D3B4F56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667E1-84D7-1B90-F7CF-69128461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5BF6-AC59-4D40-9543-E522FADD172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62EFB-7AF4-7377-494A-1765C1CF9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A1034-CB07-C005-40D7-02604DA51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D05E-0021-B641-A20F-980687C25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6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AE27-F42A-8F3D-7E5F-9039A8B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4D065-30D3-FC49-D232-24791405D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AC58F-6425-74E9-C24F-E14CC864F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5BF6-AC59-4D40-9543-E522FADD172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F90C7-56C3-674A-4CBE-16318DC3D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36773-6B6F-A31A-59B3-6B3EBAAD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D05E-0021-B641-A20F-980687C25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448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F6449-A89B-435B-4D58-B4D0735F6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EDBBC-1D27-A7F5-A55D-DFF2839A5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A8BAA-05B2-AE08-2A21-299750A47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5BF6-AC59-4D40-9543-E522FADD172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D7060-3ABF-2752-5BDD-564B75E4B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4A4D0-BEC5-797F-0CB6-40F9DFFD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D05E-0021-B641-A20F-980687C25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8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94F2A-8ACC-DA93-5C15-1466B1577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7C472-501E-B234-5B8F-A993F05C70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C4301-AD43-B064-0412-A9BB3F501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91736-260B-7400-F031-EF306FCCF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5BF6-AC59-4D40-9543-E522FADD172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9B288-BF25-6E2B-624B-181954607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4D994-B627-6AE9-8561-3C4FAFBA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D05E-0021-B641-A20F-980687C25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06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A33FC-39D8-A826-79AE-35ECE2637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5CACC-A0E1-7FE4-FBA5-567430718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BD0E1-CAC0-B37A-BFC0-C199A8F5A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7F04AA-EC69-2B74-FAD5-5DD38934E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F3A4BA-4CFB-2D04-8A29-4AB3F58EC8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6759AC-28FA-EEA1-6937-E75A8169A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5BF6-AC59-4D40-9543-E522FADD172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5E8CA-72D1-9B53-D352-E2549FE1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1ECE5-A555-6CEF-8F21-6DF36AEC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D05E-0021-B641-A20F-980687C25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67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C44FD-D8B3-00C2-FF81-9A21766CF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A38A80-D728-3DD1-44D6-E5B65395C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5BF6-AC59-4D40-9543-E522FADD172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88F104-E7CE-4D6A-1C19-4B2B28F4D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A3BEE-3CD5-FABF-1E3F-B202DD17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D05E-0021-B641-A20F-980687C25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09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4C665-E575-4D4E-875A-43A3C0C3B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5BF6-AC59-4D40-9543-E522FADD172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88230-CFEE-463F-E58F-7B178C16B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6FC38-1EEF-780D-BCC5-75F2B473A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D05E-0021-B641-A20F-980687C25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54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D0D90-FEF2-64B6-8598-0C8DE0A43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FF936-B5D1-A598-2898-C071A15E3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393BA-49EF-DCDB-9F2E-95D18AF8C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4E20E-D314-7BB4-749B-3BC85F009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5BF6-AC59-4D40-9543-E522FADD172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55D5A-C047-9CA0-E804-2097B839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13998-D083-A3EB-90EC-AAB282C4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D05E-0021-B641-A20F-980687C25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96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1BC3E-72F8-6F46-BDB5-A4C3A009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B6385D-A42E-5A52-CC77-E83C825C568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F7418-6FB8-44F5-C682-36C7EFD8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D3F28-D48E-A93E-67C2-F0E13879D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5BF6-AC59-4D40-9543-E522FADD172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1E777-FF47-9FBD-1093-155364EFE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10B4D-C8D7-7991-B8E9-974664194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D05E-0021-B641-A20F-980687C25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98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6C49-9B8C-B4D6-09AF-F46898080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FB019-BF04-2995-68F5-6E9896A93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3CE0D-738C-21A3-8BB1-D6EBD4DB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5BF6-AC59-4D40-9543-E522FADD172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65609-3B99-E0A3-ED89-54C13F090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65F3C-53F7-FF93-C515-B14FC794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D05E-0021-B641-A20F-980687C25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64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838692-99D9-50F2-EC78-BB8E0CC0AF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689B8-8239-ED6E-3213-EE7A6C3FC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2E7F4-599F-4388-A7EE-609900428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5BF6-AC59-4D40-9543-E522FADD172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683BE-AA53-DC6C-8246-6C64D251D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BA7ED-3377-329E-172E-AD194559B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D05E-0021-B641-A20F-980687C25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26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35C5B2-7BD2-EBFF-CF86-279BC0CA1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DAF39-973C-7FFD-6696-BFFB1E631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11FE5-6880-96A6-42D0-1D7B43D40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BA5BF6-AC59-4D40-9543-E522FADD172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AE1B0-417B-0B21-E39F-366CC522C1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6496A-5EFB-5859-C37E-8E01E3F3D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B7D05E-0021-B641-A20F-980687C25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595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3C94EF-F31B-115E-D8EC-6BB43CD53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15" y="0"/>
            <a:ext cx="7772400" cy="42142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0B7C02-4ECD-2468-FC46-49B506FD3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15" y="4066302"/>
            <a:ext cx="7772400" cy="251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358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049DCA-58C2-B1C5-3E8B-D522F08D4B3E}"/>
              </a:ext>
            </a:extLst>
          </p:cNvPr>
          <p:cNvSpPr txBox="1"/>
          <p:nvPr/>
        </p:nvSpPr>
        <p:spPr>
          <a:xfrm>
            <a:off x="2274849" y="3137725"/>
            <a:ext cx="3112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my favourite tropical fruit is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4D6D31-A6B4-063F-CA4E-9A7A542A06B2}"/>
              </a:ext>
            </a:extLst>
          </p:cNvPr>
          <p:cNvCxnSpPr>
            <a:cxnSpLocks/>
          </p:cNvCxnSpPr>
          <p:nvPr/>
        </p:nvCxnSpPr>
        <p:spPr>
          <a:xfrm>
            <a:off x="5508702" y="3322391"/>
            <a:ext cx="256478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2E009F-D98D-FC3D-3FD0-4C6ABAF162EB}"/>
              </a:ext>
            </a:extLst>
          </p:cNvPr>
          <p:cNvCxnSpPr>
            <a:cxnSpLocks/>
          </p:cNvCxnSpPr>
          <p:nvPr/>
        </p:nvCxnSpPr>
        <p:spPr>
          <a:xfrm>
            <a:off x="5765180" y="2592065"/>
            <a:ext cx="0" cy="140683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51CE353-3140-9432-CBFD-8D773D5BF7AA}"/>
              </a:ext>
            </a:extLst>
          </p:cNvPr>
          <p:cNvSpPr txBox="1"/>
          <p:nvPr/>
        </p:nvSpPr>
        <p:spPr>
          <a:xfrm>
            <a:off x="6143057" y="2407399"/>
            <a:ext cx="869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C9BF5D-C664-337B-05E4-C8188B8F358B}"/>
              </a:ext>
            </a:extLst>
          </p:cNvPr>
          <p:cNvSpPr txBox="1"/>
          <p:nvPr/>
        </p:nvSpPr>
        <p:spPr>
          <a:xfrm>
            <a:off x="6149780" y="2875002"/>
            <a:ext cx="838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lychee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2DE075-6AA5-1F43-5387-6B3F974DCE03}"/>
              </a:ext>
            </a:extLst>
          </p:cNvPr>
          <p:cNvSpPr txBox="1"/>
          <p:nvPr/>
        </p:nvSpPr>
        <p:spPr>
          <a:xfrm>
            <a:off x="6149780" y="3342605"/>
            <a:ext cx="917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papaya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A5D50C-C639-982D-CEC3-62D8FDCD2719}"/>
              </a:ext>
            </a:extLst>
          </p:cNvPr>
          <p:cNvSpPr txBox="1"/>
          <p:nvPr/>
        </p:nvSpPr>
        <p:spPr>
          <a:xfrm>
            <a:off x="6143057" y="3810208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durian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A799B-6D12-D231-26BE-A05A29A27E3F}"/>
              </a:ext>
            </a:extLst>
          </p:cNvPr>
          <p:cNvSpPr txBox="1"/>
          <p:nvPr/>
        </p:nvSpPr>
        <p:spPr>
          <a:xfrm>
            <a:off x="6143057" y="1806498"/>
            <a:ext cx="1305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Vocabulary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EF23F32-7176-F5A4-02D9-5CD7709804BB}"/>
                  </a:ext>
                </a:extLst>
              </p:cNvPr>
              <p:cNvSpPr txBox="1"/>
              <p:nvPr/>
            </p:nvSpPr>
            <p:spPr>
              <a:xfrm>
                <a:off x="7756266" y="1806498"/>
                <a:ext cx="6061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𝐿𝑀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EF23F32-7176-F5A4-02D9-5CD770980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266" y="1806498"/>
                <a:ext cx="606192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957818F-D482-A64B-4B1C-3249BF51BBC6}"/>
              </a:ext>
            </a:extLst>
          </p:cNvPr>
          <p:cNvSpPr txBox="1"/>
          <p:nvPr/>
        </p:nvSpPr>
        <p:spPr>
          <a:xfrm>
            <a:off x="7756266" y="2407399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CC5F71-45BC-8406-0E6D-BBF298C08965}"/>
              </a:ext>
            </a:extLst>
          </p:cNvPr>
          <p:cNvSpPr txBox="1"/>
          <p:nvPr/>
        </p:nvSpPr>
        <p:spPr>
          <a:xfrm>
            <a:off x="7762989" y="287500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D0990E-6F48-B481-57E7-B3AE88996D59}"/>
              </a:ext>
            </a:extLst>
          </p:cNvPr>
          <p:cNvSpPr txBox="1"/>
          <p:nvPr/>
        </p:nvSpPr>
        <p:spPr>
          <a:xfrm>
            <a:off x="7762989" y="3342605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FA9E89-CA76-8B84-F940-485E298059C9}"/>
              </a:ext>
            </a:extLst>
          </p:cNvPr>
          <p:cNvSpPr txBox="1"/>
          <p:nvPr/>
        </p:nvSpPr>
        <p:spPr>
          <a:xfrm>
            <a:off x="7756266" y="381020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0.05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2F7CC0C-6FEC-E099-1BEC-C3EC5FF4582A}"/>
              </a:ext>
            </a:extLst>
          </p:cNvPr>
          <p:cNvCxnSpPr>
            <a:cxnSpLocks/>
          </p:cNvCxnSpPr>
          <p:nvPr/>
        </p:nvCxnSpPr>
        <p:spPr>
          <a:xfrm>
            <a:off x="5765180" y="2592065"/>
            <a:ext cx="256478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9103C7-27CB-8BAC-53EF-90913AF40BE3}"/>
              </a:ext>
            </a:extLst>
          </p:cNvPr>
          <p:cNvCxnSpPr>
            <a:cxnSpLocks/>
          </p:cNvCxnSpPr>
          <p:nvPr/>
        </p:nvCxnSpPr>
        <p:spPr>
          <a:xfrm>
            <a:off x="5765180" y="3055280"/>
            <a:ext cx="256478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1AF6D6A-7B83-9854-641A-5815AFF5D8C4}"/>
              </a:ext>
            </a:extLst>
          </p:cNvPr>
          <p:cNvCxnSpPr>
            <a:cxnSpLocks/>
          </p:cNvCxnSpPr>
          <p:nvPr/>
        </p:nvCxnSpPr>
        <p:spPr>
          <a:xfrm>
            <a:off x="5765180" y="3530549"/>
            <a:ext cx="256478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193888-7D71-5F27-379C-B538E56DFCD9}"/>
              </a:ext>
            </a:extLst>
          </p:cNvPr>
          <p:cNvCxnSpPr>
            <a:cxnSpLocks/>
          </p:cNvCxnSpPr>
          <p:nvPr/>
        </p:nvCxnSpPr>
        <p:spPr>
          <a:xfrm>
            <a:off x="5765180" y="3998900"/>
            <a:ext cx="256478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B84A8B4-4557-696A-3220-3B4F163A98C8}"/>
              </a:ext>
            </a:extLst>
          </p:cNvPr>
          <p:cNvCxnSpPr>
            <a:cxnSpLocks/>
          </p:cNvCxnSpPr>
          <p:nvPr/>
        </p:nvCxnSpPr>
        <p:spPr>
          <a:xfrm>
            <a:off x="8638477" y="3295701"/>
            <a:ext cx="483221" cy="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598E613-FEF2-E2E5-7720-83605DC5F5EE}"/>
              </a:ext>
            </a:extLst>
          </p:cNvPr>
          <p:cNvSpPr txBox="1"/>
          <p:nvPr/>
        </p:nvSpPr>
        <p:spPr>
          <a:xfrm>
            <a:off x="9665323" y="3110816"/>
            <a:ext cx="838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lychee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237120-5641-A45A-1B0D-20BB18DA53FF}"/>
              </a:ext>
            </a:extLst>
          </p:cNvPr>
          <p:cNvSpPr txBox="1"/>
          <p:nvPr/>
        </p:nvSpPr>
        <p:spPr>
          <a:xfrm>
            <a:off x="9250530" y="1806498"/>
            <a:ext cx="1667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Selected token</a:t>
            </a:r>
          </a:p>
        </p:txBody>
      </p:sp>
    </p:spTree>
    <p:extLst>
      <p:ext uri="{BB962C8B-B14F-4D97-AF65-F5344CB8AC3E}">
        <p14:creationId xmlns:p14="http://schemas.microsoft.com/office/powerpoint/2010/main" val="3890343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DEE8C8-13E8-8C82-B9E7-8A02BBA24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1581150"/>
            <a:ext cx="7772400" cy="2862997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E61982A-74E8-7703-D877-7A78B1998724}"/>
              </a:ext>
            </a:extLst>
          </p:cNvPr>
          <p:cNvSpPr/>
          <p:nvPr/>
        </p:nvSpPr>
        <p:spPr>
          <a:xfrm>
            <a:off x="1079500" y="1581150"/>
            <a:ext cx="7638615" cy="1963716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EC3AD79-F699-A0E9-52B2-1CE94A48746D}"/>
              </a:ext>
            </a:extLst>
          </p:cNvPr>
          <p:cNvSpPr/>
          <p:nvPr/>
        </p:nvSpPr>
        <p:spPr>
          <a:xfrm>
            <a:off x="1079500" y="3632548"/>
            <a:ext cx="7638615" cy="811599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144EE-EEB5-A9ED-1CD8-5734C506EBEF}"/>
              </a:ext>
            </a:extLst>
          </p:cNvPr>
          <p:cNvSpPr txBox="1"/>
          <p:nvPr/>
        </p:nvSpPr>
        <p:spPr>
          <a:xfrm>
            <a:off x="1079500" y="1124136"/>
            <a:ext cx="154805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watermarking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915DB-0614-6F41-EFF4-C4A61459C1D7}"/>
              </a:ext>
            </a:extLst>
          </p:cNvPr>
          <p:cNvSpPr txBox="1"/>
          <p:nvPr/>
        </p:nvSpPr>
        <p:spPr>
          <a:xfrm>
            <a:off x="1079500" y="4531829"/>
            <a:ext cx="1137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detection</a:t>
            </a:r>
          </a:p>
        </p:txBody>
      </p:sp>
    </p:spTree>
    <p:extLst>
      <p:ext uri="{BB962C8B-B14F-4D97-AF65-F5344CB8AC3E}">
        <p14:creationId xmlns:p14="http://schemas.microsoft.com/office/powerpoint/2010/main" val="3975079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574AB3-6DEF-5293-132E-B48E18B3B0E4}"/>
              </a:ext>
            </a:extLst>
          </p:cNvPr>
          <p:cNvSpPr txBox="1"/>
          <p:nvPr/>
        </p:nvSpPr>
        <p:spPr>
          <a:xfrm>
            <a:off x="2012437" y="1402401"/>
            <a:ext cx="2537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Retrieval-based detection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7C255C-5EB8-2FAD-5EB0-FD15F3C990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086" y="4859998"/>
            <a:ext cx="1050774" cy="105077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89E108E-41FA-A069-F62F-F9BE05AB93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904" y="3020431"/>
            <a:ext cx="817138" cy="81713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45E6FB4-B665-4BA5-34C5-8D72A2245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904" y="1176131"/>
            <a:ext cx="821872" cy="8218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7B5EA0-EB8A-D776-600C-7980D3F7AC99}"/>
              </a:ext>
            </a:extLst>
          </p:cNvPr>
          <p:cNvSpPr txBox="1"/>
          <p:nvPr/>
        </p:nvSpPr>
        <p:spPr>
          <a:xfrm>
            <a:off x="5084375" y="1264287"/>
            <a:ext cx="6246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a growing record and check against it for matches.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scale and coordination; raises privacy concerns.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C76219-EA37-FD44-9DE5-C66E02566123}"/>
              </a:ext>
            </a:extLst>
          </p:cNvPr>
          <p:cNvSpPr txBox="1"/>
          <p:nvPr/>
        </p:nvSpPr>
        <p:spPr>
          <a:xfrm>
            <a:off x="2012437" y="3244334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hoc detection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F337FB-AAA3-28B5-3C46-1C8527B0FF85}"/>
              </a:ext>
            </a:extLst>
          </p:cNvPr>
          <p:cNvSpPr txBox="1"/>
          <p:nvPr/>
        </p:nvSpPr>
        <p:spPr>
          <a:xfrm>
            <a:off x="5084374" y="3105834"/>
            <a:ext cx="6509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statistical features of text or train an ML-based classifier.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expensive; inconsistent performance (especially out-of-domain)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8D9488-4AE3-ECDA-B63D-D2BFF53A631A}"/>
              </a:ext>
            </a:extLst>
          </p:cNvPr>
          <p:cNvSpPr txBox="1"/>
          <p:nvPr/>
        </p:nvSpPr>
        <p:spPr>
          <a:xfrm>
            <a:off x="2012436" y="5086267"/>
            <a:ext cx="1499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Watermarking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10AAE6-7ED8-A691-D651-EEFA11634C59}"/>
              </a:ext>
            </a:extLst>
          </p:cNvPr>
          <p:cNvSpPr txBox="1"/>
          <p:nvPr/>
        </p:nvSpPr>
        <p:spPr>
          <a:xfrm>
            <a:off x="5084374" y="4993548"/>
            <a:ext cx="65097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generated text so that it can be subsequently identified.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Quality (of generated texts) and effect (of detection) trade-off.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approaches: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generation.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Editing already generated text.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Altering LLM training data.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9BB075-4B8F-3B47-A8B2-51798966DD7C}"/>
              </a:ext>
            </a:extLst>
          </p:cNvPr>
          <p:cNvSpPr txBox="1"/>
          <p:nvPr/>
        </p:nvSpPr>
        <p:spPr>
          <a:xfrm>
            <a:off x="9818474" y="5845376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This paper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E191D0-0D1D-FFBE-267C-DE32402CC3C2}"/>
              </a:ext>
            </a:extLst>
          </p:cNvPr>
          <p:cNvCxnSpPr/>
          <p:nvPr/>
        </p:nvCxnSpPr>
        <p:spPr>
          <a:xfrm flipH="1">
            <a:off x="8839200" y="6030042"/>
            <a:ext cx="874643" cy="0"/>
          </a:xfrm>
          <a:prstGeom prst="straightConnector1">
            <a:avLst/>
          </a:prstGeom>
          <a:ln w="317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671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1573</TotalTime>
  <Words>111</Words>
  <Application>Microsoft Macintosh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Xing</dc:creator>
  <cp:lastModifiedBy>Liu, Xing</cp:lastModifiedBy>
  <cp:revision>13</cp:revision>
  <dcterms:created xsi:type="dcterms:W3CDTF">2026-10-05T09:34:28Z</dcterms:created>
  <dcterms:modified xsi:type="dcterms:W3CDTF">2026-10-07T15:58:53Z</dcterms:modified>
</cp:coreProperties>
</file>